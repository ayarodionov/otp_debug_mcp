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0373cd4-cc6c-3cc5-ab9d-4d2c514c7c0d}">
          <p14:sldIdLst>
            <p14:sldId id="256"/>
            <p14:sldId id="257"/>
          </p14:sldIdLst>
        </p14:section>
        <p14:section name="The steps" id="{0011c370-6aac-83fd-1142-869cacb8ad9d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he answer" id="{13730076-0a57-b48d-93c8-44f238541f05}">
          <p14:sldIdLst>
            <p14:sldId id="265"/>
            <p14:sldId id="266"/>
          </p14:sldIdLst>
        </p14:section>
        <p14:section name="Closing" id="{41943a23-7406-6891-2dd1-65d84e6789a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AI agent debugging a production node is useful, and a bit scary: it's running things on your node. otp_debug_mcp has a setting that puts you in the loop for every step. Before each tool call you see a dialog: what the step does to the node, and with which arguments. Nothing runs until you accept. I'll walk through one real investigation, a crash loop, dialog by dialog. The dialogs and the results are the real ones, captured from the server against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setting is an environment variable of the server, OTP_DEBUG_MCP_CONFIRM. Off is the default: nothing asks, except load_module, which always asks before it loads code onto a node. Changes asks before every step that does more than read: connecting, because it may load recon; diagnose, because it forces garbage collections and briefly turns on accounting and tracing; traces, profiles, handlers, remote_eval. And all asks before every step, reads included. That's what we use today. In Claude Code you set it when you register the server. If it's already registered, re-register it the same way and reconnect with /mcp. Because it's the server's setting, an "always allow" in the client doesn't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scenario: an Erlang payments service. Payments fail now and then; most go through. Nothing is down, and nothing pages anyone. The agent gets only the symptom, this one sentence, and the node's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whole investigation at a glance. Five tool calls, five dialogs. Three of them change something on the node, two only read. I accept four. I decline one, the trace, to show what happens then. One note on the material: the dialogs and the results are the server's own, captured against the demo. The agent's reasoning between steps is paraphrased.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dialog comes before anything touches the node. The question names the tool; there's no node in it yet, because we aren't connected. The second line says what the step does there: join as a hidden node, and load recon if it's missing. That's why connect asks even under the milder setting, changes. I accept. The result: connected, and recon was injected, version 2.5.6. And the hint: run diagnose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node is named in the question. diagnose is the step people worry about on production, and the dialog is specific about why: it forces a garbage collection in every process, turns on microstate accounting for two seconds, and opens a trace session for two seconds. You decide with that in front of you. I accept. Twenty checks, one warning: supervisor_restarts. The payments supervisor restarted the gateway 11 times in the last 10 seconds, against a limit of 15, so it never gives up. The check watched the gateway die during its sample, pid before and after, and caught the exit reason: badarg from list_to_integer of the string 443x, at line 26 of payments_gateway.erl.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read: this one asks only because the setting is all. Under changes it would just run. The tree: one_for_one, two workers. So the ledger keeps running; only the gateway is in the loop. Next the agent wants to trace the gateway's calls, to see the message it crashes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 say no. Say it's a busy production node and I don't want a trace on it, even a capped one. Nothing runs, and the agent gets this message back, word for word: nothing was run, don't run it again, ask the user how they'd like to go on. So the agent doesn't retry, and doesn't go around it with remote_eval either. It stops and asks. Here it offers to read the code instead, which only reads the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accept this one. module_code reads the code from the node itself, from the loaded module's debug info, so it's the code that's actually running, and it checks that against the source file: same version. handle_info takes the port out of the URL with a regex and calls list_to_integer on it. The URL's port is 443x. That's the badarg, and that's the crash, about once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So: the URL has a malformed port, 443x. The gateway parses it a second after every start and crashes. The supervisor restarts it, eleven times in ten seconds against a limit of fifteen, so it never escalates. That's why payments fail only now and then: whenever a request hits the gateway between a crash and a restart. The fix: correct the URL; check it in init, so a bad URL fails the start loudly instead of looping; and alert on restart counts, because a loop under the limit is invisible otherwise. And the investigation got there without a trace. Every change to the node was one I approved, with the dialog telling me what it would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dialog guarantees. A decline runs nothing, and the agent is told not to retry but to ask you. An accept is bound to that one call, that tool with those arguments; the client has to send the state back with the answer, and the server checks it. It's the server's setting: an always-allow in the client doesn't skip it. Your client's own permission prompts still work alongside it. And it needs a client that can show a form in the middle of a call, MCP 2026-07-28 elicitation, as Claude Code does. A client that can't ask, or a headless claude -p where nobody can answer, gets a refusal, and nothing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try it: start the payments demo, one command. Register the server with OTP_DEBUG_MCP_CONFIRM=all, and give Claude Code the symptom. The README has the section on asking before every step, and the scenario and its recorded walkthrough are in the docs.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8521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CENARI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otp_debug_mcp  ·  Step by step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step: an investigation you approve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loop on a live Erlang node, with OTP_DEBUG_MCP_CONFIRM=all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Anatoly Rodionov</a:t>
            </a:r>
            <a:endParaRPr lang="en-US" sz="1800" dirty="0"/>
          </a:p>
        </p:txBody>
      </p:sp>
      <p:sp>
        <p:nvSpPr>
          <p:cNvPr id="4" name="Approval circle"/>
          <p:cNvSpPr/>
          <p:nvPr/>
        </p:nvSpPr>
        <p:spPr>
          <a:xfrm>
            <a:off x="6812280" y="1417320"/>
            <a:ext cx="1737360" cy="1737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pproval icon" descr="Appro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9246" y="1834286"/>
            <a:ext cx="903427" cy="903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setting, three levels</a:t>
            </a:r>
            <a:endParaRPr lang="en-US" sz="3200" dirty="0"/>
          </a:p>
        </p:txBody>
      </p:sp>
      <p:sp>
        <p:nvSpPr>
          <p:cNvPr id="3" name="off card"/>
          <p:cNvSpPr/>
          <p:nvPr/>
        </p:nvSpPr>
        <p:spPr>
          <a:xfrm>
            <a:off x="457200" y="11430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4" name="off circle"/>
          <p:cNvSpPr/>
          <p:nvPr/>
        </p:nvSpPr>
        <p:spPr>
          <a:xfrm>
            <a:off x="640080" y="129844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ff icon" descr="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43012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asks, except load_module, which always asks before it loads code.</a:t>
            </a:r>
            <a:endParaRPr lang="en-US" sz="1300" dirty="0"/>
          </a:p>
        </p:txBody>
      </p:sp>
      <p:sp>
        <p:nvSpPr>
          <p:cNvPr id="9" name="changes card"/>
          <p:cNvSpPr/>
          <p:nvPr/>
        </p:nvSpPr>
        <p:spPr>
          <a:xfrm>
            <a:off x="3246120" y="11430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0" name="changes circle"/>
          <p:cNvSpPr/>
          <p:nvPr/>
        </p:nvSpPr>
        <p:spPr>
          <a:xfrm>
            <a:off x="3429000" y="12984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changes icon" descr="chan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143012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changes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0116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Connecting, diagnose, tracing, profiling, handlers, remote_eval: anything that does more than read.</a:t>
            </a:r>
            <a:endParaRPr lang="en-US" sz="1300" dirty="0"/>
          </a:p>
        </p:txBody>
      </p:sp>
      <p:sp>
        <p:nvSpPr>
          <p:cNvPr id="15" name="all card"/>
          <p:cNvSpPr/>
          <p:nvPr/>
        </p:nvSpPr>
        <p:spPr>
          <a:xfrm>
            <a:off x="6035040" y="11430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6" name="all circle"/>
          <p:cNvSpPr/>
          <p:nvPr/>
        </p:nvSpPr>
        <p:spPr>
          <a:xfrm>
            <a:off x="6217920" y="1298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ll icon" descr="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94" y="143012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0372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0372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every step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0116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included. Used for this whole talk.</a:t>
            </a:r>
            <a:endParaRPr lang="en-US" sz="1300" dirty="0"/>
          </a:p>
        </p:txBody>
      </p:sp>
      <p:sp>
        <p:nvSpPr>
          <p:cNvPr id="21" name="Register command"/>
          <p:cNvSpPr/>
          <p:nvPr/>
        </p:nvSpPr>
        <p:spPr>
          <a:xfrm>
            <a:off x="457200" y="33832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68580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otp-debug --scope user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-e OTP_DEBUG_MCP_CONFIRM=all -- "$server" start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registered? Change it the same way, then reconnect with /mcp. The setting is the server's: a client's "always allow" doesn't skip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 · CRASH LOOPS AND INTERMITTENT FAILURES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fail now and then</a:t>
            </a:r>
            <a:endParaRPr lang="en-US" sz="3600" dirty="0"/>
          </a:p>
        </p:txBody>
      </p:sp>
      <p:sp>
        <p:nvSpPr>
          <p:cNvPr id="4" name="Prompt card"/>
          <p:cNvSpPr/>
          <p:nvPr/>
        </p:nvSpPr>
        <p:spPr>
          <a:xfrm>
            <a:off x="548640" y="2240280"/>
            <a:ext cx="6675120" cy="192024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payments_erl@yourhost fails payments now and then. Find out why.</a:t>
            </a:r>
            <a:endParaRPr lang="en-US" sz="2000" dirty="0"/>
          </a:p>
        </p:txBody>
      </p:sp>
      <p:sp>
        <p:nvSpPr>
          <p:cNvPr id="7" name="Payments circle"/>
          <p:cNvSpPr/>
          <p:nvPr/>
        </p:nvSpPr>
        <p:spPr>
          <a:xfrm>
            <a:off x="7452360" y="260604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ayments icon" descr="Pay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7653" y="289133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dialogs, four yes and one no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097280" y="1783080"/>
            <a:ext cx="694944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4" name="connect circle"/>
          <p:cNvSpPr/>
          <p:nvPr/>
        </p:nvSpPr>
        <p:spPr>
          <a:xfrm>
            <a:off x="777240" y="13716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nnect icon" descr="conn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15691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node</a:t>
            </a:r>
            <a:endParaRPr lang="en-US" sz="1200" dirty="0"/>
          </a:p>
        </p:txBody>
      </p:sp>
      <p:sp>
        <p:nvSpPr>
          <p:cNvPr id="8" name="connect answer"/>
          <p:cNvSpPr/>
          <p:nvPr/>
        </p:nvSpPr>
        <p:spPr>
          <a:xfrm>
            <a:off x="731520" y="3017520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017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10" name="diagnose circle"/>
          <p:cNvSpPr/>
          <p:nvPr/>
        </p:nvSpPr>
        <p:spPr>
          <a:xfrm>
            <a:off x="2514600" y="13716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iagnose icon" descr="diagno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110" y="15691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1945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node</a:t>
            </a:r>
            <a:endParaRPr lang="en-US" sz="1200" dirty="0"/>
          </a:p>
        </p:txBody>
      </p:sp>
      <p:sp>
        <p:nvSpPr>
          <p:cNvPr id="14" name="diagnose answer"/>
          <p:cNvSpPr/>
          <p:nvPr/>
        </p:nvSpPr>
        <p:spPr>
          <a:xfrm>
            <a:off x="2468880" y="3017520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468880" y="3017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16" name="supervision_tree circle"/>
          <p:cNvSpPr/>
          <p:nvPr/>
        </p:nvSpPr>
        <p:spPr>
          <a:xfrm>
            <a:off x="4251960" y="13716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upervision_tree icon" descr="supervision_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70" y="15691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947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supervision_tree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9319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</a:t>
            </a:r>
            <a:endParaRPr lang="en-US" sz="1200" dirty="0"/>
          </a:p>
        </p:txBody>
      </p:sp>
      <p:sp>
        <p:nvSpPr>
          <p:cNvPr id="20" name="supervision_tree answer"/>
          <p:cNvSpPr/>
          <p:nvPr/>
        </p:nvSpPr>
        <p:spPr>
          <a:xfrm>
            <a:off x="4206240" y="3017520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206240" y="3017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22" name="trace_calls circle"/>
          <p:cNvSpPr/>
          <p:nvPr/>
        </p:nvSpPr>
        <p:spPr>
          <a:xfrm>
            <a:off x="598932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trace_calls icon" descr="trace_cal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830" y="156911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trace_calls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node</a:t>
            </a:r>
            <a:endParaRPr lang="en-US" sz="1200" dirty="0"/>
          </a:p>
        </p:txBody>
      </p:sp>
      <p:sp>
        <p:nvSpPr>
          <p:cNvPr id="26" name="trace_calls answer"/>
          <p:cNvSpPr/>
          <p:nvPr/>
        </p:nvSpPr>
        <p:spPr>
          <a:xfrm>
            <a:off x="5943600" y="3017520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943600" y="3017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200" dirty="0"/>
          </a:p>
        </p:txBody>
      </p:sp>
      <p:sp>
        <p:nvSpPr>
          <p:cNvPr id="28" name="module_code circle"/>
          <p:cNvSpPr/>
          <p:nvPr/>
        </p:nvSpPr>
        <p:spPr>
          <a:xfrm>
            <a:off x="7726680" y="13716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module_code icon" descr="module_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190" y="1569110"/>
            <a:ext cx="427939" cy="42793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694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module_code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406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</a:t>
            </a:r>
            <a:endParaRPr lang="en-US" sz="1200" dirty="0"/>
          </a:p>
        </p:txBody>
      </p:sp>
      <p:sp>
        <p:nvSpPr>
          <p:cNvPr id="32" name="module_code answer"/>
          <p:cNvSpPr/>
          <p:nvPr/>
        </p:nvSpPr>
        <p:spPr>
          <a:xfrm>
            <a:off x="7680960" y="3017520"/>
            <a:ext cx="914400" cy="32918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680960" y="3017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34" name="Source note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640080" y="373075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texts and results on the next slides are the server's own, captured from otp_debug_mcp 0.8.1 against examples/erlang/run.sh payments; only the host name is shortened. The agent's lines between them are what it does next.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</a:t>
            </a:r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3200" dirty="0"/>
          </a:p>
        </p:txBody>
      </p:sp>
      <p:sp>
        <p:nvSpPr>
          <p:cNvPr id="3" name="connect circle"/>
          <p:cNvSpPr/>
          <p:nvPr/>
        </p:nvSpPr>
        <p:spPr>
          <a:xfrm>
            <a:off x="8092440" y="3474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connect icon" descr="conn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114" y="479146"/>
            <a:ext cx="285293" cy="285293"/>
          </a:xfrm>
          <a:prstGeom prst="rect">
            <a:avLst/>
          </a:prstGeom>
        </p:spPr>
      </p:pic>
      <p:sp>
        <p:nvSpPr>
          <p:cNvPr id="5" name="Dialog"/>
          <p:cNvSpPr/>
          <p:nvPr/>
        </p:nvSpPr>
        <p:spPr>
          <a:xfrm>
            <a:off x="45720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"otp-debug" requests your input</a:t>
            </a:r>
            <a:endParaRPr lang="en-US" sz="1100" dirty="0"/>
          </a:p>
        </p:txBody>
      </p:sp>
      <p:sp>
        <p:nvSpPr>
          <p:cNvPr id="7" name="Dialog rule"/>
          <p:cNvSpPr/>
          <p:nvPr/>
        </p:nvSpPr>
        <p:spPr>
          <a:xfrm>
            <a:off x="685800" y="1572768"/>
            <a:ext cx="37947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connect?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payments_erl@yourhost as a hidden node, and loads recon's modules there if it lacks them.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Arguments: node: "payments_erl@yourhost"</a:t>
            </a:r>
            <a:endParaRPr lang="en-US" sz="1600" dirty="0"/>
          </a:p>
        </p:txBody>
      </p:sp>
      <p:sp>
        <p:nvSpPr>
          <p:cNvPr id="9" name="Accept button"/>
          <p:cNvSpPr/>
          <p:nvPr/>
        </p:nvSpPr>
        <p:spPr>
          <a:xfrm>
            <a:off x="6858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11" name="Decline button"/>
          <p:cNvSpPr/>
          <p:nvPr/>
        </p:nvSpPr>
        <p:spPr>
          <a:xfrm>
            <a:off x="20574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9502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you accept</a:t>
            </a:r>
            <a:endParaRPr lang="en-US" sz="1200" dirty="0"/>
          </a:p>
        </p:txBody>
      </p:sp>
      <p:sp>
        <p:nvSpPr>
          <p:cNvPr id="14" name="Effect pill"/>
          <p:cNvSpPr/>
          <p:nvPr/>
        </p:nvSpPr>
        <p:spPr>
          <a:xfrm>
            <a:off x="4892040" y="1097280"/>
            <a:ext cx="37947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09728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node · asks under changes and all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5361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300" dirty="0"/>
          </a:p>
        </p:txBody>
      </p:sp>
      <p:sp>
        <p:nvSpPr>
          <p:cNvPr id="17" name="Result"/>
          <p:cNvSpPr/>
          <p:nvPr/>
        </p:nvSpPr>
        <p:spPr>
          <a:xfrm>
            <a:off x="4892040" y="1828800"/>
            <a:ext cx="3794760" cy="792671"/>
          </a:xfrm>
          <a:prstGeom prst="roundRect">
            <a:avLst>
              <a:gd name="adj" fmla="val 92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20640" y="2011680"/>
            <a:ext cx="3337560" cy="42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connected: payments_erl@yourhost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recon: 2.5.6, injected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Run the diagnose tool next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2804351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096959"/>
            <a:ext cx="3794760" cy="147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had no recon, so its modules were loaded for the session: that's why connecting counts as a change. Next: diagnose, as the hint says.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</a:t>
            </a:r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diagnose</a:t>
            </a:r>
            <a:endParaRPr lang="en-US" sz="3200" dirty="0"/>
          </a:p>
        </p:txBody>
      </p:sp>
      <p:sp>
        <p:nvSpPr>
          <p:cNvPr id="3" name="diagnose circle"/>
          <p:cNvSpPr/>
          <p:nvPr/>
        </p:nvSpPr>
        <p:spPr>
          <a:xfrm>
            <a:off x="8092440" y="3474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diagnose icon" descr="diagn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114" y="479146"/>
            <a:ext cx="285293" cy="285293"/>
          </a:xfrm>
          <a:prstGeom prst="rect">
            <a:avLst/>
          </a:prstGeom>
        </p:spPr>
      </p:pic>
      <p:sp>
        <p:nvSpPr>
          <p:cNvPr id="5" name="Dialog"/>
          <p:cNvSpPr/>
          <p:nvPr/>
        </p:nvSpPr>
        <p:spPr>
          <a:xfrm>
            <a:off x="45720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"otp-debug" requests your input</a:t>
            </a:r>
            <a:endParaRPr lang="en-US" sz="1100" dirty="0"/>
          </a:p>
        </p:txBody>
      </p:sp>
      <p:sp>
        <p:nvSpPr>
          <p:cNvPr id="7" name="Dialog rule"/>
          <p:cNvSpPr/>
          <p:nvPr/>
        </p:nvSpPr>
        <p:spPr>
          <a:xfrm>
            <a:off x="685800" y="1572768"/>
            <a:ext cx="37947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diagnose on payments_erl@yourhost?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check: reads the node's processes, memory, ports, ETS, logs and code; forces a garbage collection in every process (binary_leak); turns on microstate accounting for 2 s (scheduler_time); watches for long schedules in a trace session for 2 s.</a:t>
            </a:r>
            <a:endParaRPr lang="en-US" sz="1600" dirty="0"/>
          </a:p>
        </p:txBody>
      </p:sp>
      <p:sp>
        <p:nvSpPr>
          <p:cNvPr id="9" name="Accept button"/>
          <p:cNvSpPr/>
          <p:nvPr/>
        </p:nvSpPr>
        <p:spPr>
          <a:xfrm>
            <a:off x="6858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11" name="Decline button"/>
          <p:cNvSpPr/>
          <p:nvPr/>
        </p:nvSpPr>
        <p:spPr>
          <a:xfrm>
            <a:off x="20574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9502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you accept</a:t>
            </a:r>
            <a:endParaRPr lang="en-US" sz="1200" dirty="0"/>
          </a:p>
        </p:txBody>
      </p:sp>
      <p:sp>
        <p:nvSpPr>
          <p:cNvPr id="14" name="Effect pill"/>
          <p:cNvSpPr/>
          <p:nvPr/>
        </p:nvSpPr>
        <p:spPr>
          <a:xfrm>
            <a:off x="4892040" y="1097280"/>
            <a:ext cx="37947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09728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node · asks under changes and all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5361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300" dirty="0"/>
          </a:p>
        </p:txBody>
      </p:sp>
      <p:sp>
        <p:nvSpPr>
          <p:cNvPr id="17" name="Result"/>
          <p:cNvSpPr/>
          <p:nvPr/>
        </p:nvSpPr>
        <p:spPr>
          <a:xfrm>
            <a:off x="4892040" y="1828800"/>
            <a:ext cx="3794760" cy="1792796"/>
          </a:xfrm>
          <a:prstGeom prst="roundRect">
            <a:avLst>
              <a:gd name="adj" fmla="val 408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20640" y="2011680"/>
            <a:ext cx="3337560" cy="1427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supervisor_restarts: warning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payments_sup, one_for_one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11 restarts of 15 per 10 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at_limit: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payments_gateway restarted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&lt;0.807.0&gt; → &lt;0.877.0&gt;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badarg: list_to_integer("443x")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payments_gateway.erl:26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other checks: ok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8044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4097084"/>
            <a:ext cx="3794760" cy="47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warning, and it's the whole diagnosis: the gateway crashes about once a second, under the limit, so nothing fails over. Next: the tree.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</a:t>
            </a:r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supervision_tree</a:t>
            </a:r>
            <a:endParaRPr lang="en-US" sz="3200" dirty="0"/>
          </a:p>
        </p:txBody>
      </p:sp>
      <p:sp>
        <p:nvSpPr>
          <p:cNvPr id="3" name="supervision_tree circle"/>
          <p:cNvSpPr/>
          <p:nvPr/>
        </p:nvSpPr>
        <p:spPr>
          <a:xfrm>
            <a:off x="8092440" y="3474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supervision_tree icon" descr="supervision_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114" y="479146"/>
            <a:ext cx="285293" cy="285293"/>
          </a:xfrm>
          <a:prstGeom prst="rect">
            <a:avLst/>
          </a:prstGeom>
        </p:spPr>
      </p:pic>
      <p:sp>
        <p:nvSpPr>
          <p:cNvPr id="5" name="Dialog"/>
          <p:cNvSpPr/>
          <p:nvPr/>
        </p:nvSpPr>
        <p:spPr>
          <a:xfrm>
            <a:off x="45720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"otp-debug" requests your input</a:t>
            </a:r>
            <a:endParaRPr lang="en-US" sz="1100" dirty="0"/>
          </a:p>
        </p:txBody>
      </p:sp>
      <p:sp>
        <p:nvSpPr>
          <p:cNvPr id="7" name="Dialog rule"/>
          <p:cNvSpPr/>
          <p:nvPr/>
        </p:nvSpPr>
        <p:spPr>
          <a:xfrm>
            <a:off x="685800" y="1572768"/>
            <a:ext cx="37947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supervision_tree on payments_erl@yourhost?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 application's supervision tree.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Arguments: app: "payments"</a:t>
            </a:r>
            <a:endParaRPr lang="en-US" sz="1600" dirty="0"/>
          </a:p>
        </p:txBody>
      </p:sp>
      <p:sp>
        <p:nvSpPr>
          <p:cNvPr id="9" name="Accept button"/>
          <p:cNvSpPr/>
          <p:nvPr/>
        </p:nvSpPr>
        <p:spPr>
          <a:xfrm>
            <a:off x="6858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11" name="Decline button"/>
          <p:cNvSpPr/>
          <p:nvPr/>
        </p:nvSpPr>
        <p:spPr>
          <a:xfrm>
            <a:off x="20574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9502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you accept</a:t>
            </a:r>
            <a:endParaRPr lang="en-US" sz="1200" dirty="0"/>
          </a:p>
        </p:txBody>
      </p:sp>
      <p:sp>
        <p:nvSpPr>
          <p:cNvPr id="14" name="Effect pill"/>
          <p:cNvSpPr/>
          <p:nvPr/>
        </p:nvSpPr>
        <p:spPr>
          <a:xfrm>
            <a:off x="4892040" y="1097280"/>
            <a:ext cx="379476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09728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· asks under all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5361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300" dirty="0"/>
          </a:p>
        </p:txBody>
      </p:sp>
      <p:sp>
        <p:nvSpPr>
          <p:cNvPr id="17" name="Result"/>
          <p:cNvSpPr/>
          <p:nvPr/>
        </p:nvSpPr>
        <p:spPr>
          <a:xfrm>
            <a:off x="4892040" y="1828800"/>
            <a:ext cx="3794760" cy="1126046"/>
          </a:xfrm>
          <a:prstGeom prst="roundRect">
            <a:avLst>
              <a:gd name="adj" fmla="val 649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20640" y="2011680"/>
            <a:ext cx="3337560" cy="76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payments_sup  one_for_one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payments_gateway  worker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payments_ledger   worker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restarts_in_window: 11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at_limit: false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13772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430334"/>
            <a:ext cx="3794760" cy="11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one_for_one: the ledger isn't touched; only the gateway restarts. Next: see the message it crashes on, by tracing its calls.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· </a:t>
            </a:r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trace_calls</a:t>
            </a:r>
            <a:endParaRPr lang="en-US" sz="3200" dirty="0"/>
          </a:p>
        </p:txBody>
      </p:sp>
      <p:sp>
        <p:nvSpPr>
          <p:cNvPr id="3" name="trace_calls circle"/>
          <p:cNvSpPr/>
          <p:nvPr/>
        </p:nvSpPr>
        <p:spPr>
          <a:xfrm>
            <a:off x="8092440" y="3474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race_calls icon" descr="trace_ca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114" y="479146"/>
            <a:ext cx="285293" cy="285293"/>
          </a:xfrm>
          <a:prstGeom prst="rect">
            <a:avLst/>
          </a:prstGeom>
        </p:spPr>
      </p:pic>
      <p:sp>
        <p:nvSpPr>
          <p:cNvPr id="5" name="Dialog"/>
          <p:cNvSpPr/>
          <p:nvPr/>
        </p:nvSpPr>
        <p:spPr>
          <a:xfrm>
            <a:off x="45720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"otp-debug" requests your input</a:t>
            </a:r>
            <a:endParaRPr lang="en-US" sz="1100" dirty="0"/>
          </a:p>
        </p:txBody>
      </p:sp>
      <p:sp>
        <p:nvSpPr>
          <p:cNvPr id="7" name="Dialog rule"/>
          <p:cNvSpPr/>
          <p:nvPr/>
        </p:nvSpPr>
        <p:spPr>
          <a:xfrm>
            <a:off x="685800" y="1572768"/>
            <a:ext cx="37947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trace_calls on payments_erl@yourhost?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calls to payments_gateway: every call is a little slower meanwhile.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Arguments: module: "payments_gateway", max_events: 6</a:t>
            </a:r>
            <a:endParaRPr lang="en-US" sz="1600" dirty="0"/>
          </a:p>
        </p:txBody>
      </p:sp>
      <p:sp>
        <p:nvSpPr>
          <p:cNvPr id="9" name="Accept button"/>
          <p:cNvSpPr/>
          <p:nvPr/>
        </p:nvSpPr>
        <p:spPr>
          <a:xfrm>
            <a:off x="6858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11" name="Decline button"/>
          <p:cNvSpPr/>
          <p:nvPr/>
        </p:nvSpPr>
        <p:spPr>
          <a:xfrm>
            <a:off x="20574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9502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you decline</a:t>
            </a:r>
            <a:endParaRPr lang="en-US" sz="1200" dirty="0"/>
          </a:p>
        </p:txBody>
      </p:sp>
      <p:sp>
        <p:nvSpPr>
          <p:cNvPr id="14" name="Effect pill"/>
          <p:cNvSpPr/>
          <p:nvPr/>
        </p:nvSpPr>
        <p:spPr>
          <a:xfrm>
            <a:off x="4892040" y="1097280"/>
            <a:ext cx="37947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09728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node · asks under changes and all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5361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gets back</a:t>
            </a:r>
            <a:endParaRPr lang="en-US" sz="1300" dirty="0"/>
          </a:p>
        </p:txBody>
      </p:sp>
      <p:sp>
        <p:nvSpPr>
          <p:cNvPr id="17" name="Result"/>
          <p:cNvSpPr/>
          <p:nvPr/>
        </p:nvSpPr>
        <p:spPr>
          <a:xfrm>
            <a:off x="4892040" y="1828800"/>
            <a:ext cx="3794760" cy="959358"/>
          </a:xfrm>
          <a:prstGeom prst="roundRect">
            <a:avLst>
              <a:gd name="adj" fmla="val 762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20640" y="2011680"/>
            <a:ext cx="3337560" cy="59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user declined this step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(trace_calls): nothing was run.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run it again; ask the 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they'd like to go on.</a:t>
            </a:r>
            <a:endParaRPr lang="en-US" sz="1050" dirty="0"/>
          </a:p>
        </p:txBody>
      </p:sp>
      <p:sp>
        <p:nvSpPr>
          <p:cNvPr id="19" name="Claude circle"/>
          <p:cNvSpPr/>
          <p:nvPr/>
        </p:nvSpPr>
        <p:spPr>
          <a:xfrm>
            <a:off x="4892040" y="300761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laude icon" descr="Clau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822" y="3095396"/>
            <a:ext cx="190195" cy="190195"/>
          </a:xfrm>
          <a:prstGeom prst="rect">
            <a:avLst/>
          </a:prstGeom>
        </p:spPr>
      </p:pic>
      <p:sp>
        <p:nvSpPr>
          <p:cNvPr id="21" name="Claude bubble"/>
          <p:cNvSpPr/>
          <p:nvPr/>
        </p:nvSpPr>
        <p:spPr>
          <a:xfrm>
            <a:off x="5394960" y="2971038"/>
            <a:ext cx="3291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5532120" y="303504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won't trace it. Reading handle_info's code would show what it does with the URL, and that only reads the node. Shall I?</a:t>
            </a:r>
            <a:endParaRPr lang="en-US" sz="1200" dirty="0"/>
          </a:p>
        </p:txBody>
      </p:sp>
      <p:sp>
        <p:nvSpPr>
          <p:cNvPr id="23" name="You circle"/>
          <p:cNvSpPr/>
          <p:nvPr/>
        </p:nvSpPr>
        <p:spPr>
          <a:xfrm>
            <a:off x="4892040" y="403174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You icon" descr="Yo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822" y="4119524"/>
            <a:ext cx="190195" cy="190195"/>
          </a:xfrm>
          <a:prstGeom prst="rect">
            <a:avLst/>
          </a:prstGeom>
        </p:spPr>
      </p:pic>
      <p:sp>
        <p:nvSpPr>
          <p:cNvPr id="25" name="You bubble"/>
          <p:cNvSpPr/>
          <p:nvPr/>
        </p:nvSpPr>
        <p:spPr>
          <a:xfrm>
            <a:off x="5394960" y="3995166"/>
            <a:ext cx="329184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5532120" y="4059174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read the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· </a:t>
            </a:r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module_code</a:t>
            </a:r>
            <a:endParaRPr lang="en-US" sz="3200" dirty="0"/>
          </a:p>
        </p:txBody>
      </p:sp>
      <p:sp>
        <p:nvSpPr>
          <p:cNvPr id="3" name="module_code circle"/>
          <p:cNvSpPr/>
          <p:nvPr/>
        </p:nvSpPr>
        <p:spPr>
          <a:xfrm>
            <a:off x="8092440" y="3474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module_code icon" descr="module_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114" y="479146"/>
            <a:ext cx="285293" cy="285293"/>
          </a:xfrm>
          <a:prstGeom prst="rect">
            <a:avLst/>
          </a:prstGeom>
        </p:spPr>
      </p:pic>
      <p:sp>
        <p:nvSpPr>
          <p:cNvPr id="5" name="Dialog"/>
          <p:cNvSpPr/>
          <p:nvPr/>
        </p:nvSpPr>
        <p:spPr>
          <a:xfrm>
            <a:off x="45720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"otp-debug" requests your input</a:t>
            </a:r>
            <a:endParaRPr lang="en-US" sz="1100" dirty="0"/>
          </a:p>
        </p:txBody>
      </p:sp>
      <p:sp>
        <p:nvSpPr>
          <p:cNvPr id="7" name="Dialog rule"/>
          <p:cNvSpPr/>
          <p:nvPr/>
        </p:nvSpPr>
        <p:spPr>
          <a:xfrm>
            <a:off x="685800" y="1572768"/>
            <a:ext cx="37947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module_code on payments_erl@yourhost?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module payments_gateway's code from the node.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Arguments: function: "handle_info", module: "payments_gateway"</a:t>
            </a:r>
            <a:endParaRPr lang="en-US" sz="1600" dirty="0"/>
          </a:p>
        </p:txBody>
      </p:sp>
      <p:sp>
        <p:nvSpPr>
          <p:cNvPr id="9" name="Accept button"/>
          <p:cNvSpPr/>
          <p:nvPr/>
        </p:nvSpPr>
        <p:spPr>
          <a:xfrm>
            <a:off x="6858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11" name="Decline button"/>
          <p:cNvSpPr/>
          <p:nvPr/>
        </p:nvSpPr>
        <p:spPr>
          <a:xfrm>
            <a:off x="2057400" y="3950208"/>
            <a:ext cx="1188720" cy="402336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3950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9502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you accept</a:t>
            </a:r>
            <a:endParaRPr lang="en-US" sz="1200" dirty="0"/>
          </a:p>
        </p:txBody>
      </p:sp>
      <p:sp>
        <p:nvSpPr>
          <p:cNvPr id="14" name="Effect pill"/>
          <p:cNvSpPr/>
          <p:nvPr/>
        </p:nvSpPr>
        <p:spPr>
          <a:xfrm>
            <a:off x="4892040" y="1097280"/>
            <a:ext cx="379476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09728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· asks under all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5361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300" dirty="0"/>
          </a:p>
        </p:txBody>
      </p:sp>
      <p:sp>
        <p:nvSpPr>
          <p:cNvPr id="17" name="Result"/>
          <p:cNvSpPr/>
          <p:nvPr/>
        </p:nvSpPr>
        <p:spPr>
          <a:xfrm>
            <a:off x="4892040" y="1828800"/>
            <a:ext cx="3794760" cy="1348296"/>
          </a:xfrm>
          <a:prstGeom prst="roundRect">
            <a:avLst>
              <a:gd name="adj" fmla="val 54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20640" y="2011680"/>
            <a:ext cx="3337560" cy="982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handle_info(connect, #{url := Url} = State) 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{match, [Port]}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re:run(Url, ":(\\w+)/", ...),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{noreply,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State#{port =&gt; list_to_integer(Port)}}.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version running is this file's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3599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652584"/>
            <a:ext cx="3794760" cy="919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is cut out of the URL with a regex and given to list_to_integer: "443x" raises badarg. The node runs the source file's version.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</a:t>
            </a:r>
            <a:endParaRPr lang="en-US" sz="3200" dirty="0"/>
          </a:p>
        </p:txBody>
      </p:sp>
      <p:sp>
        <p:nvSpPr>
          <p:cNvPr id="3" name="Cause card"/>
          <p:cNvSpPr/>
          <p:nvPr/>
        </p:nvSpPr>
        <p:spPr>
          <a:xfrm>
            <a:off x="45720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4" name="Cause circle"/>
          <p:cNvSpPr/>
          <p:nvPr/>
        </p:nvSpPr>
        <p:spPr>
          <a:xfrm>
            <a:off x="685800" y="1298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use icon" descr="Ca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1914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44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gateway's URL has a malformed port: …:443x/v2.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after every start, handle_info/2 parses the port with list_to_integer("443x"), and crashes with badarg.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restarts per 10 s, under the limit of 15: the supervisor never gives up, so payments just fail now and then.</a:t>
            </a:r>
            <a:endParaRPr lang="en-US" sz="1300" dirty="0"/>
          </a:p>
        </p:txBody>
      </p:sp>
      <p:sp>
        <p:nvSpPr>
          <p:cNvPr id="8" name="Fix card"/>
          <p:cNvSpPr/>
          <p:nvPr/>
        </p:nvSpPr>
        <p:spPr>
          <a:xfrm>
            <a:off x="466344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3A1D4A">
                <a:alpha val="12000"/>
              </a:srgbClr>
            </a:outerShdw>
          </a:effectLst>
        </p:spPr>
      </p:sp>
      <p:sp>
        <p:nvSpPr>
          <p:cNvPr id="9" name="Fix circle"/>
          <p:cNvSpPr/>
          <p:nvPr/>
        </p:nvSpPr>
        <p:spPr>
          <a:xfrm>
            <a:off x="4892040" y="129844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Fix icon" descr="F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41914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344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2024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GATEWAY_URL.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in init/1, so a bad one stops the start with a clear reason instead of a loop.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restarts: a loop under the limit never shows up as a failure.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the node in this session was one you approved, and you saw what it would do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dialog guarantees</a:t>
            </a:r>
            <a:endParaRPr lang="en-US" sz="3200" dirty="0"/>
          </a:p>
        </p:txBody>
      </p:sp>
      <p:sp>
        <p:nvSpPr>
          <p:cNvPr id="3" name="Decline runs nothing circle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ecline runs nothing icon" descr="Decline runs noth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3203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430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runs nothing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47218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told not to run the step again, but to ask you how to go on.</a:t>
            </a:r>
            <a:endParaRPr lang="en-US" sz="1400" dirty="0"/>
          </a:p>
        </p:txBody>
      </p:sp>
      <p:sp>
        <p:nvSpPr>
          <p:cNvPr id="7" name="An answer is for one call circle"/>
          <p:cNvSpPr/>
          <p:nvPr/>
        </p:nvSpPr>
        <p:spPr>
          <a:xfrm>
            <a:off x="457200" y="20391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An answer is for one call icon" descr="An answer is for one c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2170786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99339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is for one call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232257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counts only for that tool with those arguments; the next call asks again.</a:t>
            </a:r>
            <a:endParaRPr lang="en-US" sz="1400" dirty="0"/>
          </a:p>
        </p:txBody>
      </p:sp>
      <p:sp>
        <p:nvSpPr>
          <p:cNvPr id="11" name="The server decides, not the client circle"/>
          <p:cNvSpPr/>
          <p:nvPr/>
        </p:nvSpPr>
        <p:spPr>
          <a:xfrm>
            <a:off x="457200" y="288950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The server decides, not the client icon" descr="The server decides, not the cli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3021178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8437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decides, not the client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31729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client's "always allow" doesn't skip it, and the dialog says what the step does to the node.</a:t>
            </a:r>
            <a:endParaRPr lang="en-US" sz="1400" dirty="0"/>
          </a:p>
        </p:txBody>
      </p:sp>
      <p:sp>
        <p:nvSpPr>
          <p:cNvPr id="15" name="Only clients that can ask circle"/>
          <p:cNvSpPr/>
          <p:nvPr/>
        </p:nvSpPr>
        <p:spPr>
          <a:xfrm>
            <a:off x="457200" y="373989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Only clients that can ask icon" descr="Only clients that can 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4" y="3871570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6941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clients that can ask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40233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MCP 2026-07-28 form elicitation, as in Claude Code. Other clients, and claude -p, are refused: nothing runs.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600" dirty="0"/>
          </a:p>
        </p:txBody>
      </p:sp>
      <p:sp>
        <p:nvSpPr>
          <p:cNvPr id="3" name="Command card"/>
          <p:cNvSpPr/>
          <p:nvPr/>
        </p:nvSpPr>
        <p:spPr>
          <a:xfrm>
            <a:off x="548640" y="1325880"/>
            <a:ext cx="804672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examples/erlang/run.sh payments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otp-debug --scope user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-e OTP_DEBUG_MCP_CONFIRM=all -- "$server" start</a:t>
            </a:r>
            <a:endParaRPr lang="en-US" sz="1600" dirty="0"/>
          </a:p>
        </p:txBody>
      </p:sp>
      <p:sp>
        <p:nvSpPr>
          <p:cNvPr id="5" name="otp_debug_mcp circle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otp_debug_mcp icon" descr="otp_debug_mc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30010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852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otp_debug_mcp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127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github.com/ayarodionov/otp_debug_mcp</a:t>
            </a:r>
            <a:endParaRPr lang="en-US" sz="1300" dirty="0"/>
          </a:p>
        </p:txBody>
      </p:sp>
      <p:sp>
        <p:nvSpPr>
          <p:cNvPr id="9" name="Asking before every step circle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sking before every step icon" descr="Asking before every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6868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before every step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813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the OTP_DEBUG_MCP_CONFIRM section</a:t>
            </a:r>
            <a:endParaRPr lang="en-US" sz="1300" dirty="0"/>
          </a:p>
        </p:txBody>
      </p:sp>
      <p:sp>
        <p:nvSpPr>
          <p:cNvPr id="13" name="The scenario circle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The scenario icon" descr="The scenar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37266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4498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docs/scenarios.md, scenario 6; walkthrough 2 (its Elixir twin)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 Plum">
  <a:themeElements>
    <a:clrScheme name="BEAM Plum">
      <a:dk1>
        <a:srgbClr val="1E1A22"/>
      </a:dk1>
      <a:lt1>
        <a:srgbClr val="FFFFFF"/>
      </a:lt1>
      <a:dk2>
        <a:srgbClr val="3A1D4A"/>
      </a:dk2>
      <a:lt2>
        <a:srgbClr val="F3EFF5"/>
      </a:lt2>
      <a:accent1>
        <a:srgbClr val="A90533"/>
      </a:accent1>
      <a:accent2>
        <a:srgbClr val="6E4A7E"/>
      </a:accent2>
      <a:accent3>
        <a:srgbClr val="C98A1E"/>
      </a:accent3>
      <a:accent4>
        <a:srgbClr val="2E7D6B"/>
      </a:accent4>
      <a:accent5>
        <a:srgbClr val="7A7282"/>
      </a:accent5>
      <a:accent6>
        <a:srgbClr val="D9CFE0"/>
      </a:accent6>
      <a:hlink>
        <a:srgbClr val="A90533"/>
      </a:hlink>
      <a:folHlink>
        <a:srgbClr val="6E4A7E"/>
      </a:folHlink>
    </a:clrScheme>
    <a:fontScheme name="BEAM Pl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step: an investigation you approve</dc:title>
  <dc:subject>PptxGenJS Presentation</dc:subject>
  <dc:creator>Anatoly Rodionov</dc:creator>
  <cp:lastModifiedBy>Anatoly Rodionov</cp:lastModifiedBy>
  <cp:revision>1</cp:revision>
  <dcterms:created xsi:type="dcterms:W3CDTF">2026-10-27T12:51:35Z</dcterms:created>
  <dcterms:modified xsi:type="dcterms:W3CDTF">2026-10-27T12:51:35Z</dcterms:modified>
</cp:coreProperties>
</file>